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8567738"/>
  <p:notesSz cx="8567738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1450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15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376"/>
            <a:ext cx="12188952" cy="8567928"/>
          </a:xfrm>
          <a:prstGeom prst="rect">
            <a:avLst/>
          </a:prstGeom>
        </p:spPr>
      </p:pic>
      <p:pic>
        <p:nvPicPr>
          <p:cNvPr id="4" name="Image 2" descr="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2584" y="345935"/>
            <a:ext cx="1405297" cy="124643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02648" y="4491907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F3B57"/>
                </a:solidFill>
                <a:latin typeface="Algerian" panose="04020705040A02060702" pitchFamily="82" charset="0"/>
                <a:ea typeface="Georgia" pitchFamily="34" charset="-122"/>
                <a:cs typeface="Georgia" pitchFamily="34" charset="-120"/>
              </a:rPr>
              <a:t>Farewell of 2K20 Batch</a:t>
            </a:r>
            <a:endParaRPr lang="en-US" sz="4000" dirty="0">
              <a:latin typeface="Algerian" panose="04020705040A02060702" pitchFamily="82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F3B57"/>
                </a:solidFill>
                <a:latin typeface="Algerian" panose="04020705040A02060702" pitchFamily="82" charset="0"/>
                <a:ea typeface="Georgia" pitchFamily="34" charset="-122"/>
                <a:cs typeface="Georgia" pitchFamily="34" charset="-120"/>
              </a:rPr>
              <a:t>&amp;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F3B57"/>
                </a:solidFill>
                <a:latin typeface="Algerian" panose="04020705040A02060702" pitchFamily="82" charset="0"/>
                <a:ea typeface="Georgia" pitchFamily="34" charset="-122"/>
                <a:cs typeface="Georgia" pitchFamily="34" charset="-120"/>
              </a:rPr>
              <a:t> Reception of 2K23 Batch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998425" y="735867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 August 25, 2026 (Tuesday)</a:t>
            </a:r>
            <a:r>
              <a:rPr lang="en-US" sz="2000" dirty="0">
                <a:solidFill>
                  <a:srgbClr val="344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at  </a:t>
            </a:r>
            <a:r>
              <a:rPr lang="en-US" sz="20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5:00 PM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02648" y="677307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Venue: Room No. 313, Dept. of EEE, KUET, Khulna-9203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097280" y="797147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2E58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Organized by  KUET TechForge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4F29C6-1ADF-CE33-0F75-68E3A28AB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460" y="1493813"/>
            <a:ext cx="2778047" cy="25447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D8F79A-67D5-4A8D-A3BE-663974CC863B}"/>
              </a:ext>
            </a:extLst>
          </p:cNvPr>
          <p:cNvSpPr txBox="1"/>
          <p:nvPr/>
        </p:nvSpPr>
        <p:spPr>
          <a:xfrm>
            <a:off x="1990965" y="422850"/>
            <a:ext cx="91065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KHULNA UNIVERSITY OF ENGINEERING &amp; TECHNOLOGY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CD46F-7C9B-3E7C-A775-41E2EC399557}"/>
              </a:ext>
            </a:extLst>
          </p:cNvPr>
          <p:cNvSpPr txBox="1"/>
          <p:nvPr/>
        </p:nvSpPr>
        <p:spPr>
          <a:xfrm>
            <a:off x="3037056" y="822960"/>
            <a:ext cx="834556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ELECTRICAL AND ELECTRONIC ENGINEERING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Shahriar Kamal</cp:lastModifiedBy>
  <cp:revision>3</cp:revision>
  <dcterms:created xsi:type="dcterms:W3CDTF">2026-08-23T13:10:32Z</dcterms:created>
  <dcterms:modified xsi:type="dcterms:W3CDTF">2026-08-23T13:49:37Z</dcterms:modified>
</cp:coreProperties>
</file>